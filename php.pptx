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1A1A"/>
    <a:srgbClr val="008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068A06-9BA2-40AC-AB69-93FDD04E9ED9}" v="29" dt="2026-10-24T10:57:19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>
        <p:scale>
          <a:sx n="44" d="100"/>
          <a:sy n="44" d="100"/>
        </p:scale>
        <p:origin x="100" y="1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ntr679@gmail.com" userId="2ffa1b3a465385db" providerId="LiveId" clId="{BA29D9CD-7DCE-4830-B188-0F1CF1D839CE}"/>
    <pc:docChg chg="modSld">
      <pc:chgData name="kntr679@gmail.com" userId="2ffa1b3a465385db" providerId="LiveId" clId="{BA29D9CD-7DCE-4830-B188-0F1CF1D839CE}" dt="2026-10-24T10:57:19.247" v="32" actId="767"/>
      <pc:docMkLst>
        <pc:docMk/>
      </pc:docMkLst>
      <pc:sldChg chg="addSp delSp modSp">
        <pc:chgData name="kntr679@gmail.com" userId="2ffa1b3a465385db" providerId="LiveId" clId="{BA29D9CD-7DCE-4830-B188-0F1CF1D839CE}" dt="2026-10-22T10:27:22.826" v="7"/>
        <pc:sldMkLst>
          <pc:docMk/>
          <pc:sldMk cId="4219518476" sldId="256"/>
        </pc:sldMkLst>
        <pc:spChg chg="add mod">
          <ac:chgData name="kntr679@gmail.com" userId="2ffa1b3a465385db" providerId="LiveId" clId="{BA29D9CD-7DCE-4830-B188-0F1CF1D839CE}" dt="2026-10-22T10:14:05.289" v="3" actId="767"/>
          <ac:spMkLst>
            <pc:docMk/>
            <pc:sldMk cId="4219518476" sldId="256"/>
            <ac:spMk id="6" creationId="{A1876D65-CEFC-2407-687C-E5727506AECF}"/>
          </ac:spMkLst>
        </pc:spChg>
        <pc:spChg chg="add mod">
          <ac:chgData name="kntr679@gmail.com" userId="2ffa1b3a465385db" providerId="LiveId" clId="{BA29D9CD-7DCE-4830-B188-0F1CF1D839CE}" dt="2026-10-22T10:27:22.826" v="7"/>
          <ac:spMkLst>
            <pc:docMk/>
            <pc:sldMk cId="4219518476" sldId="256"/>
            <ac:spMk id="8" creationId="{9C2E56B3-D5D7-3608-E0A1-A1D058E7212E}"/>
          </ac:spMkLst>
        </pc:spChg>
      </pc:sldChg>
      <pc:sldChg chg="addSp delSp modSp">
        <pc:chgData name="kntr679@gmail.com" userId="2ffa1b3a465385db" providerId="LiveId" clId="{BA29D9CD-7DCE-4830-B188-0F1CF1D839CE}" dt="2026-10-22T11:55:53.307" v="16"/>
        <pc:sldMkLst>
          <pc:docMk/>
          <pc:sldMk cId="567567540" sldId="257"/>
        </pc:sldMkLst>
        <pc:spChg chg="add mod">
          <ac:chgData name="kntr679@gmail.com" userId="2ffa1b3a465385db" providerId="LiveId" clId="{BA29D9CD-7DCE-4830-B188-0F1CF1D839CE}" dt="2026-10-22T10:49:41.362" v="12"/>
          <ac:spMkLst>
            <pc:docMk/>
            <pc:sldMk cId="567567540" sldId="257"/>
            <ac:spMk id="2" creationId="{7EE3F423-B9F8-983A-68C3-EE16B75F8810}"/>
          </ac:spMkLst>
        </pc:spChg>
        <pc:spChg chg="add mod">
          <ac:chgData name="kntr679@gmail.com" userId="2ffa1b3a465385db" providerId="LiveId" clId="{BA29D9CD-7DCE-4830-B188-0F1CF1D839CE}" dt="2026-10-22T10:47:21.224" v="11" actId="767"/>
          <ac:spMkLst>
            <pc:docMk/>
            <pc:sldMk cId="567567540" sldId="257"/>
            <ac:spMk id="5" creationId="{C2FCAAE1-B525-73FA-0B93-D5E65236CEF6}"/>
          </ac:spMkLst>
        </pc:spChg>
      </pc:sldChg>
      <pc:sldChg chg="addSp delSp modSp">
        <pc:chgData name="kntr679@gmail.com" userId="2ffa1b3a465385db" providerId="LiveId" clId="{BA29D9CD-7DCE-4830-B188-0F1CF1D839CE}" dt="2026-10-23T11:51:00.632" v="21"/>
        <pc:sldMkLst>
          <pc:docMk/>
          <pc:sldMk cId="3905293202" sldId="258"/>
        </pc:sldMkLst>
        <pc:spChg chg="mod">
          <ac:chgData name="kntr679@gmail.com" userId="2ffa1b3a465385db" providerId="LiveId" clId="{BA29D9CD-7DCE-4830-B188-0F1CF1D839CE}" dt="2026-10-23T11:28:02.166" v="19"/>
          <ac:spMkLst>
            <pc:docMk/>
            <pc:sldMk cId="3905293202" sldId="258"/>
            <ac:spMk id="8" creationId="{C0DEF7C8-499B-96AD-E1FB-C60B3316FA0F}"/>
          </ac:spMkLst>
        </pc:spChg>
        <pc:spChg chg="mod">
          <ac:chgData name="kntr679@gmail.com" userId="2ffa1b3a465385db" providerId="LiveId" clId="{BA29D9CD-7DCE-4830-B188-0F1CF1D839CE}" dt="2026-10-23T11:51:00.632" v="21"/>
          <ac:spMkLst>
            <pc:docMk/>
            <pc:sldMk cId="3905293202" sldId="258"/>
            <ac:spMk id="12" creationId="{362E6999-BA90-B8B2-CB9D-8D0873BB27CF}"/>
          </ac:spMkLst>
        </pc:spChg>
      </pc:sldChg>
      <pc:sldChg chg="addSp delSp modSp">
        <pc:chgData name="kntr679@gmail.com" userId="2ffa1b3a465385db" providerId="LiveId" clId="{BA29D9CD-7DCE-4830-B188-0F1CF1D839CE}" dt="2026-10-24T10:57:19.247" v="32" actId="767"/>
        <pc:sldMkLst>
          <pc:docMk/>
          <pc:sldMk cId="979351145" sldId="259"/>
        </pc:sldMkLst>
        <pc:spChg chg="del">
          <ac:chgData name="kntr679@gmail.com" userId="2ffa1b3a465385db" providerId="LiveId" clId="{BA29D9CD-7DCE-4830-B188-0F1CF1D839CE}" dt="2026-10-23T12:01:59.200" v="22"/>
          <ac:spMkLst>
            <pc:docMk/>
            <pc:sldMk cId="979351145" sldId="259"/>
            <ac:spMk id="7" creationId="{54B152F0-2311-BF95-1E80-9BA4BF5EE5FF}"/>
          </ac:spMkLst>
        </pc:spChg>
        <pc:spChg chg="add mod">
          <ac:chgData name="kntr679@gmail.com" userId="2ffa1b3a465385db" providerId="LiveId" clId="{BA29D9CD-7DCE-4830-B188-0F1CF1D839CE}" dt="2026-10-24T10:40:58.976" v="31"/>
          <ac:spMkLst>
            <pc:docMk/>
            <pc:sldMk cId="979351145" sldId="259"/>
            <ac:spMk id="8" creationId="{4295DDD2-1A23-AF9D-70AD-270F1E23224E}"/>
          </ac:spMkLst>
        </pc:spChg>
        <pc:spChg chg="add mod">
          <ac:chgData name="kntr679@gmail.com" userId="2ffa1b3a465385db" providerId="LiveId" clId="{BA29D9CD-7DCE-4830-B188-0F1CF1D839CE}" dt="2026-10-24T10:57:19.247" v="32" actId="767"/>
          <ac:spMkLst>
            <pc:docMk/>
            <pc:sldMk cId="979351145" sldId="259"/>
            <ac:spMk id="13" creationId="{4A721BD7-2CE5-B017-6ECE-B7D3F9B630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A8467D-5009-42EB-8FB0-43AD39014B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444A0-4D76-45D6-A461-0C443CE65D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2379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444A0-4D76-45D6-A461-0C443CE65DB5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5321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5664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2672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5453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7729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093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5856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748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445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76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81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3901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0176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9199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5312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15360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0805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986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8569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810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7959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8964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2566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68065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4446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64695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42141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1529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484108B-5835-447C-A727-FFF03531BF7E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2D9A4FBB-89DE-4815-8DAD-8713796966B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93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kumimoji="1"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kumimoji="1"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AD945E2-1FFA-F098-0DF0-A3D8D7DA4723}"/>
              </a:ext>
            </a:extLst>
          </p:cNvPr>
          <p:cNvSpPr txBox="1"/>
          <p:nvPr/>
        </p:nvSpPr>
        <p:spPr>
          <a:xfrm>
            <a:off x="733352" y="1418210"/>
            <a:ext cx="107252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600" b="1" dirty="0">
                <a:solidFill>
                  <a:srgbClr val="681A1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今の</a:t>
            </a:r>
            <a:r>
              <a:rPr kumimoji="1" lang="en-US" altLang="ja-JP" sz="6600" b="1" dirty="0">
                <a:solidFill>
                  <a:srgbClr val="681A1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PHP</a:t>
            </a:r>
            <a:r>
              <a:rPr kumimoji="1" lang="ja-JP" altLang="en-US" sz="6600" b="1" dirty="0">
                <a:solidFill>
                  <a:srgbClr val="681A1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kumimoji="1" lang="ja-JP" altLang="en-US" sz="66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脆弱性</a:t>
            </a:r>
            <a:r>
              <a:rPr kumimoji="1" lang="ja-JP" altLang="en-US" sz="6600" b="1" dirty="0">
                <a:solidFill>
                  <a:srgbClr val="681A1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について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1876D65-CEFC-2407-687C-E5727506AECF}"/>
              </a:ext>
            </a:extLst>
          </p:cNvPr>
          <p:cNvSpPr txBox="1"/>
          <p:nvPr/>
        </p:nvSpPr>
        <p:spPr>
          <a:xfrm>
            <a:off x="3531328" y="2388420"/>
            <a:ext cx="5129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>
                <a:solidFill>
                  <a:srgbClr val="681A1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 sz="3200" b="1" dirty="0">
                <a:solidFill>
                  <a:srgbClr val="681A1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が見つけた</a:t>
            </a:r>
            <a:r>
              <a:rPr kumimoji="1" lang="en-US" altLang="ja-JP" sz="3200" b="1" dirty="0">
                <a:solidFill>
                  <a:srgbClr val="681A1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3200" b="1" dirty="0">
                <a:solidFill>
                  <a:srgbClr val="681A1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つの脆弱性</a:t>
            </a:r>
            <a:endParaRPr kumimoji="1" lang="en-US" altLang="ja-JP" sz="3200" b="1" dirty="0">
              <a:solidFill>
                <a:srgbClr val="681A1A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C2E56B3-D5D7-3608-E0A1-A1D058E7212E}"/>
              </a:ext>
            </a:extLst>
          </p:cNvPr>
          <p:cNvSpPr txBox="1"/>
          <p:nvPr/>
        </p:nvSpPr>
        <p:spPr>
          <a:xfrm>
            <a:off x="0" y="6150114"/>
            <a:ext cx="10597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脆弱</a:t>
            </a:r>
            <a:r>
              <a:rPr kumimoji="1" lang="en-US" altLang="ja-JP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…</a:t>
            </a:r>
            <a:r>
              <a:rPr kumimoji="1" lang="ja-JP" altLang="en-US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セキュリティが弱く、サイバー攻撃などに非常に弱く、被害を受けやすい状態。</a:t>
            </a:r>
            <a:endParaRPr kumimoji="1" lang="en-US" altLang="ja-JP" sz="20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PHP…</a:t>
            </a:r>
            <a:r>
              <a:rPr kumimoji="1" lang="ja-JP" altLang="en-US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プログラミング言語。</a:t>
            </a:r>
            <a:endParaRPr kumimoji="1" lang="en-US" altLang="ja-JP" sz="20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9518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EE3F423-B9F8-983A-68C3-EE16B75F8810}"/>
              </a:ext>
            </a:extLst>
          </p:cNvPr>
          <p:cNvSpPr txBox="1"/>
          <p:nvPr/>
        </p:nvSpPr>
        <p:spPr>
          <a:xfrm>
            <a:off x="1340284" y="959140"/>
            <a:ext cx="10020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PHP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は、世界の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サイトの、約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70%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に使われているプログラミング言語です。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その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PHP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に、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年間も隠れていた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つの脆弱性が見つかったのです。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そんな大変な脆弱性を見つけたのは、なんと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なんです。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今、その脆弱性で攻撃されないために、ほとんどの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サイトが、 メンテナンス中なのです。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887F1B9-0102-927D-5D82-AAAFE30911C7}"/>
              </a:ext>
            </a:extLst>
          </p:cNvPr>
          <p:cNvSpPr txBox="1"/>
          <p:nvPr/>
        </p:nvSpPr>
        <p:spPr>
          <a:xfrm>
            <a:off x="1340284" y="312809"/>
            <a:ext cx="22390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PHP</a:t>
            </a:r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  <a:endParaRPr kumimoji="1"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FCAAE1-B525-73FA-0B93-D5E65236CEF6}"/>
              </a:ext>
            </a:extLst>
          </p:cNvPr>
          <p:cNvSpPr txBox="1"/>
          <p:nvPr/>
        </p:nvSpPr>
        <p:spPr>
          <a:xfrm>
            <a:off x="1340283" y="5057135"/>
            <a:ext cx="3995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攻撃を防ぐために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2E384AB-4306-9513-90B9-A709D9843A0B}"/>
              </a:ext>
            </a:extLst>
          </p:cNvPr>
          <p:cNvSpPr txBox="1"/>
          <p:nvPr/>
        </p:nvSpPr>
        <p:spPr>
          <a:xfrm>
            <a:off x="1340283" y="5703466"/>
            <a:ext cx="9511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まず最初に、「アップデート」をすることです。</a:t>
            </a:r>
            <a:endParaRPr kumimoji="1"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古いものを使い続けると、脆弱なまま攻撃される可能性があるままになってしまいます。</a:t>
            </a:r>
            <a:endParaRPr kumimoji="1"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22347BD-4FF9-FB3A-1E5E-998928269A86}"/>
              </a:ext>
            </a:extLst>
          </p:cNvPr>
          <p:cNvSpPr txBox="1"/>
          <p:nvPr/>
        </p:nvSpPr>
        <p:spPr>
          <a:xfrm>
            <a:off x="1340283" y="2823472"/>
            <a:ext cx="3682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身近にある</a:t>
            </a:r>
            <a:r>
              <a:rPr kumimoji="1"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PHP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CC39585-8778-8C04-E5F3-DEB1CCC630CC}"/>
              </a:ext>
            </a:extLst>
          </p:cNvPr>
          <p:cNvSpPr txBox="1"/>
          <p:nvPr/>
        </p:nvSpPr>
        <p:spPr>
          <a:xfrm>
            <a:off x="1340284" y="3469802"/>
            <a:ext cx="10020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世界中のブログや、ホームぺージを作っている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WordPress(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ワードプレス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をはじめ、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FaceBook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や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Wikipedia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なども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PHP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で動いているのです。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すべてが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PHP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で制御されているわけではないので使えないわけではない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7567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5B6B2ED-3683-5E38-C83E-5B9E26BE4A4A}"/>
              </a:ext>
            </a:extLst>
          </p:cNvPr>
          <p:cNvSpPr txBox="1"/>
          <p:nvPr/>
        </p:nvSpPr>
        <p:spPr>
          <a:xfrm>
            <a:off x="603849" y="175023"/>
            <a:ext cx="22390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危険性</a:t>
            </a:r>
            <a:endParaRPr kumimoji="1"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0DEF7C8-499B-96AD-E1FB-C60B3316FA0F}"/>
              </a:ext>
            </a:extLst>
          </p:cNvPr>
          <p:cNvSpPr txBox="1"/>
          <p:nvPr/>
        </p:nvSpPr>
        <p:spPr>
          <a:xfrm>
            <a:off x="360653" y="705495"/>
            <a:ext cx="112274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今回の脆弱性は、「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php2shell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」と呼ばれています。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この脆弱性の緊急度は、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点中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9.2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点と言われています。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その中に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CVE-2026-109618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CVE-2026-109619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という脆弱性があります。</a:t>
            </a:r>
            <a:endParaRPr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この脆弱性で、別の第三者から、</a:t>
            </a:r>
            <a:r>
              <a:rPr kumimoji="1" lang="ja-JP" altLang="en-US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ログインなし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で、</a:t>
            </a:r>
            <a:r>
              <a:rPr kumimoji="1" lang="ja-JP" altLang="en-US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任意のコードを実行できる可能性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があることになります。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悪意のあるコードを実行させられる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昔の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PHP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を使っている人は、すぐに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PHP 8.2.35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か、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PHP 8.3.36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か、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PHP 8.4.27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か、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PHP 8.5.12</a:t>
            </a:r>
          </a:p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に切り替える必要があります。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PHP8.1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以前のバージョンは、サービス終了になってしまいます。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脆弱性が修正されていないため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23E377C-3F32-59A1-7BA8-D7CA8F120B23}"/>
              </a:ext>
            </a:extLst>
          </p:cNvPr>
          <p:cNvSpPr txBox="1"/>
          <p:nvPr/>
        </p:nvSpPr>
        <p:spPr>
          <a:xfrm>
            <a:off x="360653" y="4121815"/>
            <a:ext cx="45564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PHP2shell</a:t>
            </a:r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について</a:t>
            </a:r>
            <a:endParaRPr kumimoji="1"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62E6999-BA90-B8B2-CB9D-8D0873BB27CF}"/>
              </a:ext>
            </a:extLst>
          </p:cNvPr>
          <p:cNvSpPr txBox="1"/>
          <p:nvPr/>
        </p:nvSpPr>
        <p:spPr>
          <a:xfrm>
            <a:off x="360653" y="4660913"/>
            <a:ext cx="112274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CVE-2026-109618</a:t>
            </a:r>
          </a:p>
          <a:p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メモリ不足のエラー処理について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メモリ不足の時、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PHP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は途中で中断し、途中のデータをそのまま使おうとする。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そして、後始末のデータで任意のコードを実行される。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CVE-2026-109619</a:t>
            </a:r>
          </a:p>
          <a:p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リクエスト関連の脆弱性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前の通信の残骸が残る。細工したデータを送ることで乗っ取られる。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5293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413A68D-81F1-828E-39D1-D523C11BC1C4}"/>
              </a:ext>
            </a:extLst>
          </p:cNvPr>
          <p:cNvSpPr txBox="1"/>
          <p:nvPr/>
        </p:nvSpPr>
        <p:spPr>
          <a:xfrm>
            <a:off x="168421" y="175023"/>
            <a:ext cx="10386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なぜ「触るな」と騒がれたのか</a:t>
            </a:r>
            <a:endParaRPr kumimoji="1"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295DDD2-1A23-AF9D-70AD-270F1E23224E}"/>
              </a:ext>
            </a:extLst>
          </p:cNvPr>
          <p:cNvSpPr txBox="1"/>
          <p:nvPr/>
        </p:nvSpPr>
        <p:spPr>
          <a:xfrm>
            <a:off x="168421" y="821354"/>
            <a:ext cx="123259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今回のバグは修正パッチの公開直後にハッカーがAIで攻撃プログラムを完成させました。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そしてわずか数時間で世界中へ無差別攻撃が始まりました。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機器のメモリ内に通信の残骸が残るため、ネットを開くだけで罠が発動します。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その結果、データが盗まれる恐れがありました。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このプログラムは学校だけでなく、家庭のWi-Fiルーターや家電でも使われています。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どこに爆弾があるか分からない状態のため、緊急避難として「触るな」と大騒ぎになりました。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A721BD7-2CE5-B017-6ECE-B7D3F9B63062}"/>
              </a:ext>
            </a:extLst>
          </p:cNvPr>
          <p:cNvSpPr txBox="1"/>
          <p:nvPr/>
        </p:nvSpPr>
        <p:spPr>
          <a:xfrm>
            <a:off x="711200" y="3497491"/>
            <a:ext cx="103486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もう書くことない</a:t>
            </a:r>
          </a:p>
        </p:txBody>
      </p:sp>
    </p:spTree>
    <p:extLst>
      <p:ext uri="{BB962C8B-B14F-4D97-AF65-F5344CB8AC3E}">
        <p14:creationId xmlns:p14="http://schemas.microsoft.com/office/powerpoint/2010/main" val="979351145"/>
      </p:ext>
    </p:extLst>
  </p:cSld>
  <p:clrMapOvr>
    <a:masterClrMapping/>
  </p:clrMapOvr>
</p:sld>
</file>

<file path=ppt/theme/theme1.xml><?xml version="1.0" encoding="utf-8"?>
<a:theme xmlns:a="http://schemas.openxmlformats.org/drawingml/2006/main" name="アーチウェイ">
  <a:themeElements>
    <a:clrScheme name="アーチウェイ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アーチウェイ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2930</TotalTime>
  <Words>527</Words>
  <Application>Microsoft Office PowerPoint</Application>
  <PresentationFormat>ワイド画面</PresentationFormat>
  <Paragraphs>40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メイリオ</vt:lpstr>
      <vt:lpstr>游ゴシック</vt:lpstr>
      <vt:lpstr>Arial</vt:lpstr>
      <vt:lpstr>Felix Titling</vt:lpstr>
      <vt:lpstr>Goudy Old Style</vt:lpstr>
      <vt:lpstr>アーチウェイ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kntr679@gmail.com</dc:creator>
  <cp:lastModifiedBy>kntr679@gmail.com</cp:lastModifiedBy>
  <cp:revision>1</cp:revision>
  <dcterms:created xsi:type="dcterms:W3CDTF">2026-10-22T10:07:56Z</dcterms:created>
  <dcterms:modified xsi:type="dcterms:W3CDTF">2026-10-24T10:58:01Z</dcterms:modified>
</cp:coreProperties>
</file>